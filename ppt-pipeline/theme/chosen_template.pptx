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797467" y="2366963"/>
            <a:ext cx="10962800" cy="11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797451" y="3621217"/>
            <a:ext cx="109628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92DC9AB-30D7-4CFB-AD4A-493F1F681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49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97467" y="2869796"/>
            <a:ext cx="109628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92DC9AB-30D7-4CFB-AD4A-493F1F681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69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5204893"/>
            <a:ext cx="12192000" cy="1653233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92DC9AB-30D7-4CFB-AD4A-493F1F681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9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61" name="Google Shape;61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354000" y="1534800"/>
            <a:ext cx="5393600" cy="2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92DC9AB-30D7-4CFB-AD4A-493F1F681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7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192DC9AB-30D7-4CFB-AD4A-493F1F6814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6099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816796-478C-5223-2DAE-5B841C89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59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1B5C64-7AD3-BBDD-7394-E1DE8B680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F8A0BD4-FFD1-8FB8-4212-74477E76D4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4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3C0C2D-5052-CC77-868F-BAF2013D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5B708-0FD3-D534-154D-47AB6F50A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0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E4112-AC3B-50AB-74D1-D68A32FB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2AF284-7EE4-97EE-27FC-E7068ABA2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6A4132-DF5B-A7C5-97EF-3A34F6BAA2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79023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chosen_template</Template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Roboto</vt:lpstr>
      <vt:lpstr>Geometric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Sameerbaba</dc:creator>
  <cp:lastModifiedBy>MD Sameerbaba</cp:lastModifiedBy>
  <cp:revision>1</cp:revision>
  <dcterms:created xsi:type="dcterms:W3CDTF">2026-03-25T18:38:27Z</dcterms:created>
  <dcterms:modified xsi:type="dcterms:W3CDTF">2026-03-25T18:40:29Z</dcterms:modified>
</cp:coreProperties>
</file>